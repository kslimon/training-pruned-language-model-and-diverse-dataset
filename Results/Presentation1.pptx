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3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8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2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6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0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7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7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1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F6F54-EE75-43DF-AAD3-18308D2B5239}" type="datetimeFigureOut">
              <a:rPr lang="en-US" smtClean="0"/>
              <a:t>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E1978-6ACD-44D2-BBE3-39A1FB92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4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C8FE96-54F3-4858-9F7D-B5938F854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145081"/>
            <a:ext cx="6096000" cy="5712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EB839-F900-4BBF-9D94-31F7A3D4B604}"/>
              </a:ext>
            </a:extLst>
          </p:cNvPr>
          <p:cNvSpPr txBox="1"/>
          <p:nvPr/>
        </p:nvSpPr>
        <p:spPr>
          <a:xfrm>
            <a:off x="2531534" y="533400"/>
            <a:ext cx="12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Tiny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9E11D-F765-40A7-B894-D6B8D933A67B}"/>
              </a:ext>
            </a:extLst>
          </p:cNvPr>
          <p:cNvSpPr txBox="1"/>
          <p:nvPr/>
        </p:nvSpPr>
        <p:spPr>
          <a:xfrm>
            <a:off x="8509000" y="533400"/>
            <a:ext cx="130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inBiolinumT"/>
              </a:rPr>
              <a:t>FIROJ ALAM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8BB0B-2D4A-459E-ACF4-9F4002DE1AE2}"/>
              </a:ext>
            </a:extLst>
          </p:cNvPr>
          <p:cNvSpPr txBox="1"/>
          <p:nvPr/>
        </p:nvSpPr>
        <p:spPr>
          <a:xfrm>
            <a:off x="4917922" y="164068"/>
            <a:ext cx="242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inBiolinumTB"/>
              </a:rPr>
              <a:t>Sentiment Classification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133B0-8EAF-4825-ABD4-A1CF67D55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45081"/>
            <a:ext cx="6096000" cy="571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2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LinBiolinumT</vt:lpstr>
      <vt:lpstr>LinBiolinumTB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 Limon</dc:creator>
  <cp:lastModifiedBy>Ks Limon</cp:lastModifiedBy>
  <cp:revision>2</cp:revision>
  <dcterms:created xsi:type="dcterms:W3CDTF">2022-02-20T08:45:05Z</dcterms:created>
  <dcterms:modified xsi:type="dcterms:W3CDTF">2022-02-20T08:53:52Z</dcterms:modified>
</cp:coreProperties>
</file>